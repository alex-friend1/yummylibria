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57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25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0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108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56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41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90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6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25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77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46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F0AB1-E337-4216-B55A-48828E73E804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E7456-4ED3-4110-828E-653638CD8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53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881226"/>
          </a:xfrm>
        </p:spPr>
        <p:txBody>
          <a:bodyPr>
            <a:normAutofit/>
          </a:bodyPr>
          <a:lstStyle/>
          <a:p>
            <a:r>
              <a:rPr lang="en-US" sz="9600" dirty="0" err="1" smtClean="0"/>
              <a:t>YummyLibria</a:t>
            </a:r>
            <a:endParaRPr lang="ru-RU" sz="9600" dirty="0"/>
          </a:p>
        </p:txBody>
      </p:sp>
    </p:spTree>
    <p:extLst>
      <p:ext uri="{BB962C8B-B14F-4D97-AF65-F5344CB8AC3E}">
        <p14:creationId xmlns:p14="http://schemas.microsoft.com/office/powerpoint/2010/main" val="4305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Вход и регистрация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432" y="1752748"/>
            <a:ext cx="4305300" cy="32861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362" y="1752748"/>
            <a:ext cx="42481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Главное меню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4690" y="1485813"/>
            <a:ext cx="5938926" cy="466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7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Меню десерта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222" y="1674063"/>
            <a:ext cx="5111578" cy="459604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76" y="1685953"/>
            <a:ext cx="5082746" cy="458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6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Добавление в избранное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1038" y="1498170"/>
            <a:ext cx="5993835" cy="47172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98" y="1498170"/>
            <a:ext cx="5250840" cy="471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0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Добавление комментариев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76" y="1381229"/>
            <a:ext cx="5453135" cy="49026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211" y="1381229"/>
            <a:ext cx="6225560" cy="49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735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</Words>
  <Application>Microsoft Office PowerPoint</Application>
  <PresentationFormat>Широкоэкранный</PresentationFormat>
  <Paragraphs>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YummyLibria</vt:lpstr>
      <vt:lpstr>Вход и регистрация</vt:lpstr>
      <vt:lpstr>Главное меню</vt:lpstr>
      <vt:lpstr>Меню десерта</vt:lpstr>
      <vt:lpstr>Добавление в избранное</vt:lpstr>
      <vt:lpstr>Добавление комментариев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YummyLibria</dc:title>
  <dc:creator>Пользователь Windows</dc:creator>
  <cp:lastModifiedBy>Пользователь Windows</cp:lastModifiedBy>
  <cp:revision>5</cp:revision>
  <dcterms:created xsi:type="dcterms:W3CDTF">2025-11-16T10:06:53Z</dcterms:created>
  <dcterms:modified xsi:type="dcterms:W3CDTF">2025-11-16T10:58:15Z</dcterms:modified>
</cp:coreProperties>
</file>